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Sunday School — Week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John 3:16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God so loved the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 us pray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